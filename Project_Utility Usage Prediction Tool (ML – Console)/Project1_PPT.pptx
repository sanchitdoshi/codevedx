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Shinde" userId="57cabb4f76ad44e6" providerId="LiveId" clId="{AE94A94A-D4BA-46EC-9C1C-FB935632BAFD}"/>
    <pc:docChg chg="modSld">
      <pc:chgData name="Divya Shinde" userId="57cabb4f76ad44e6" providerId="LiveId" clId="{AE94A94A-D4BA-46EC-9C1C-FB935632BAFD}" dt="2026-07-02T06:35:32.372" v="37" actId="20577"/>
      <pc:docMkLst>
        <pc:docMk/>
      </pc:docMkLst>
      <pc:sldChg chg="addSp modSp mod">
        <pc:chgData name="Divya Shinde" userId="57cabb4f76ad44e6" providerId="LiveId" clId="{AE94A94A-D4BA-46EC-9C1C-FB935632BAFD}" dt="2026-07-02T06:35:32.372" v="37" actId="20577"/>
        <pc:sldMkLst>
          <pc:docMk/>
          <pc:sldMk cId="0" sldId="260"/>
        </pc:sldMkLst>
        <pc:spChg chg="mod">
          <ac:chgData name="Divya Shinde" userId="57cabb4f76ad44e6" providerId="LiveId" clId="{AE94A94A-D4BA-46EC-9C1C-FB935632BAFD}" dt="2026-07-02T06:35:32.372" v="37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Divya Shinde" userId="57cabb4f76ad44e6" providerId="LiveId" clId="{AE94A94A-D4BA-46EC-9C1C-FB935632BAFD}" dt="2026-07-02T06:35:24.097" v="31" actId="1076"/>
          <ac:picMkLst>
            <pc:docMk/>
            <pc:sldMk cId="0" sldId="260"/>
            <ac:picMk id="5" creationId="{D8CD437B-6EEB-616E-EA3D-7B459AB1A3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97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32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14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98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1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3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72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86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5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04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6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Utility Usage Prediction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CODEVEDX AI/ML Internship</a:t>
            </a:r>
          </a:p>
          <a:p>
            <a:r>
              <a:t>Developed By: Sanchit Doshi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Predicts electricity usage</a:t>
            </a:r>
          </a:p>
          <a:p>
            <a:pPr marL="0" indent="0">
              <a:buNone/>
            </a:pPr>
            <a:r>
              <a:rPr sz="2200" dirty="0"/>
              <a:t>•</a:t>
            </a:r>
            <a:r>
              <a:rPr dirty="0"/>
              <a:t> </a:t>
            </a:r>
            <a:r>
              <a:rPr sz="2200" dirty="0"/>
              <a:t>Console-based</a:t>
            </a:r>
          </a:p>
          <a:p>
            <a:pPr marL="0" indent="0">
              <a:buNone/>
            </a:pPr>
            <a:r>
              <a:rPr sz="2200" dirty="0"/>
              <a:t>• CSV storage</a:t>
            </a:r>
          </a:p>
          <a:p>
            <a:pPr marL="0" indent="0">
              <a:buNone/>
            </a:pPr>
            <a:r>
              <a:rPr sz="2200" dirty="0"/>
              <a:t>• Linear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r>
              <a:t>Pandas</a:t>
            </a:r>
          </a:p>
          <a:p>
            <a:r>
              <a:t>Scikit-learn</a:t>
            </a:r>
          </a:p>
          <a:p>
            <a:endParaRPr/>
          </a:p>
          <a:p>
            <a:r>
              <a:t>Dataset: Project1.csv</a:t>
            </a:r>
          </a:p>
          <a:p>
            <a:r>
              <a:t>Columns: Day, Electricity_Usage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Add Data</a:t>
            </a:r>
          </a:p>
          <a:p>
            <a:pPr marL="0" indent="0">
              <a:buNone/>
            </a:pPr>
            <a:r>
              <a:rPr dirty="0"/>
              <a:t>• Update Data</a:t>
            </a:r>
          </a:p>
          <a:p>
            <a:pPr marL="0" indent="0">
              <a:buNone/>
            </a:pPr>
            <a:r>
              <a:rPr dirty="0"/>
              <a:t>• Delete Data</a:t>
            </a:r>
          </a:p>
          <a:p>
            <a:pPr marL="0" indent="0">
              <a:buNone/>
            </a:pPr>
            <a:r>
              <a:rPr dirty="0"/>
              <a:t>• View Data</a:t>
            </a:r>
          </a:p>
          <a:p>
            <a:pPr marL="0" indent="0">
              <a:buNone/>
            </a:pPr>
            <a:r>
              <a:rPr dirty="0"/>
              <a:t>• Predict Usage</a:t>
            </a:r>
          </a:p>
          <a:p>
            <a:pPr marL="0" indent="0">
              <a:buNone/>
            </a:pPr>
            <a:r>
              <a:rPr dirty="0"/>
              <a:t>• 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Sample:</a:t>
            </a:r>
          </a:p>
          <a:p>
            <a:r>
              <a:rPr dirty="0"/>
              <a:t>Enter Future Day: </a:t>
            </a:r>
            <a:r>
              <a:rPr lang="en-US" dirty="0"/>
              <a:t>32</a:t>
            </a:r>
            <a:endParaRPr dirty="0"/>
          </a:p>
          <a:p>
            <a:r>
              <a:rPr dirty="0"/>
              <a:t>Predicted Electricity Usage: 21</a:t>
            </a:r>
            <a:r>
              <a:rPr lang="en-US" dirty="0"/>
              <a:t>0</a:t>
            </a:r>
            <a:r>
              <a:rPr dirty="0"/>
              <a:t>.</a:t>
            </a:r>
            <a:r>
              <a:rPr lang="en-US" dirty="0"/>
              <a:t>37</a:t>
            </a:r>
            <a:r>
              <a:rPr dirty="0"/>
              <a:t> Units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D437B-6EEB-616E-EA3D-7B459AB1A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71" y="3644005"/>
            <a:ext cx="3086367" cy="1752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Project successfully predicts electricity usage using Machine Learning.</a:t>
            </a:r>
          </a:p>
          <a:p>
            <a:endParaRPr dirty="0"/>
          </a:p>
          <a:p>
            <a:pPr marL="0" indent="0" algn="ctr">
              <a:buNone/>
            </a:pPr>
            <a:endParaRPr lang="en-US" sz="3800" dirty="0"/>
          </a:p>
          <a:p>
            <a:pPr marL="0" indent="0" algn="ctr">
              <a:buNone/>
            </a:pPr>
            <a:r>
              <a:rPr sz="3800" dirty="0"/>
              <a:t>Thank You</a:t>
            </a:r>
            <a:r>
              <a:rPr lang="en-US" sz="3800" dirty="0"/>
              <a:t>!!!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95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Utility Usage Prediction Tool</vt:lpstr>
      <vt:lpstr>Project Overview</vt:lpstr>
      <vt:lpstr>Technologies &amp; Dataset</vt:lpstr>
      <vt:lpstr>Features</vt:lpstr>
      <vt:lpstr>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 Shinde</cp:lastModifiedBy>
  <cp:revision>2</cp:revision>
  <dcterms:created xsi:type="dcterms:W3CDTF">2013-01-27T09:14:16Z</dcterms:created>
  <dcterms:modified xsi:type="dcterms:W3CDTF">2026-07-02T06:35:35Z</dcterms:modified>
  <cp:category/>
</cp:coreProperties>
</file>