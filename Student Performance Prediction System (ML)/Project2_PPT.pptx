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42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91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25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587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09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7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74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730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0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26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2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Student Performance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CODEVEDX AI/ML Internship</a:t>
            </a:r>
          </a:p>
          <a:p>
            <a:r>
              <a:t>Developed By: Sanchit Doshi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Predict final marks</a:t>
            </a:r>
          </a:p>
          <a:p>
            <a:r>
              <a:t>• Machine Learning project</a:t>
            </a:r>
          </a:p>
          <a:p>
            <a:r>
              <a:t>• Console application</a:t>
            </a:r>
          </a:p>
          <a:p>
            <a:r>
              <a:t>• Linear Regression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r>
              <a:t>Pandas</a:t>
            </a:r>
          </a:p>
          <a:p>
            <a:r>
              <a:t>Matplotlib</a:t>
            </a:r>
          </a:p>
          <a:p>
            <a:r>
              <a:t>Scikit-learn</a:t>
            </a:r>
          </a:p>
          <a:p>
            <a:endParaRPr/>
          </a:p>
          <a:p>
            <a:r>
              <a:t>Dataset: Project2.csv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View Dataset</a:t>
            </a:r>
          </a:p>
          <a:p>
            <a:r>
              <a:t>• Data Visualization</a:t>
            </a:r>
          </a:p>
          <a:p>
            <a:r>
              <a:t>• Train Model</a:t>
            </a:r>
          </a:p>
          <a:p>
            <a:r>
              <a:t>• Model Accuracy</a:t>
            </a:r>
          </a:p>
          <a:p>
            <a:r>
              <a:t>• Predict Student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Sample:</a:t>
            </a:r>
          </a:p>
          <a:p>
            <a:r>
              <a:rPr dirty="0"/>
              <a:t>Accuracy: 97.35%</a:t>
            </a:r>
          </a:p>
          <a:p>
            <a:r>
              <a:rPr dirty="0"/>
              <a:t>Predicted Marks: 84.62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084C71-97B7-3E13-6874-4043CE211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172" y="2251714"/>
            <a:ext cx="3423769" cy="33766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Successfully predicts student performance using Machine Learning.</a:t>
            </a:r>
          </a:p>
          <a:p>
            <a:endParaRPr dirty="0"/>
          </a:p>
          <a:p>
            <a:pPr marL="0" indent="0" algn="ctr">
              <a:buNone/>
            </a:pPr>
            <a:r>
              <a:rPr sz="3400" dirty="0"/>
              <a:t>Thank You</a:t>
            </a:r>
            <a:r>
              <a:rPr lang="en-US" sz="3400" dirty="0"/>
              <a:t>!!!</a:t>
            </a:r>
            <a:endParaRPr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82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Student Performance Prediction System</vt:lpstr>
      <vt:lpstr>Project Overview</vt:lpstr>
      <vt:lpstr>Technologies &amp; Dataset</vt:lpstr>
      <vt:lpstr>Features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Divya Shinde</cp:lastModifiedBy>
  <cp:revision>3</cp:revision>
  <dcterms:created xsi:type="dcterms:W3CDTF">2013-01-27T09:14:16Z</dcterms:created>
  <dcterms:modified xsi:type="dcterms:W3CDTF">2026-07-02T06:34:17Z</dcterms:modified>
  <cp:category/>
</cp:coreProperties>
</file>